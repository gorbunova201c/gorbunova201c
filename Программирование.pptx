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067FC-16F8-748C-9E20-31D67934B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F3A7D0-7BB0-F0BB-4914-F9942120D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2D978D-5EDD-E57D-6A2E-A4097080B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703E-943F-5F40-A64F-06E9C7BCDD0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7F7A74-71FC-9D4E-8435-804C520E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F260A6-C496-DCDB-B0F1-073D9F57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315A-EE08-C340-AD93-03549FF151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83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F5A24D-3B62-A82E-4217-39208D0E0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9FD4F4-7E2F-1DD2-46B1-C3A8FF321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3D4DC6-57F6-61A5-F237-3EF1C05B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703E-943F-5F40-A64F-06E9C7BCDD0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C00F69-0645-E1BE-B8F6-61ADF1FD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E58A4A-3B60-3E43-D1A7-05DFB857F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315A-EE08-C340-AD93-03549FF151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146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C36273-FA48-1A2F-3034-37044DCF8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F7EF1D-D0AA-6141-8A00-292190449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3538CA-ED77-0EEA-FDE1-2414E773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703E-943F-5F40-A64F-06E9C7BCDD0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8C4134-F92A-D49B-4EFE-7A5276E83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75ACBB-BF68-981B-8AD1-54A2A8754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315A-EE08-C340-AD93-03549FF151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83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63DD26-B651-B967-FAF3-5977F315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4B10EF-702B-99EC-6197-890E42E82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E6D440-943A-4D34-36DB-8C0C8D8E0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5A78AC-4CE0-7A5D-E179-99742C04A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703E-943F-5F40-A64F-06E9C7BCDD0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302BCC-9234-30CC-3AB3-6ED07E983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7DE924-83F0-3C7B-9562-00BF1BFB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315A-EE08-C340-AD93-03549FF151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76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A29748-E670-0658-635A-3989CBF57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148FB9-E715-E40F-02D4-7AEF5ECF2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459FFF1-F8DA-6B7E-D12E-7131EE6C4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0C4F716-1759-A13B-F6C8-FC447DBEC0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1292B5-F429-968A-3C06-24FA14882E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C3DD27A-58B4-265C-9009-2459EF041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703E-943F-5F40-A64F-06E9C7BCDD0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AD5AD38-CD54-ECFD-01EB-DF276924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CE8DE1D-6195-E464-CF75-F2DF67CB2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315A-EE08-C340-AD93-03549FF151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23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3AB5E-DD3D-7604-9CED-08111A056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C842625-3455-B525-A66F-3CD9998B3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703E-943F-5F40-A64F-06E9C7BCDD0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B845184-A1DB-07CE-9AC0-8B2D9947A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564B3D-8279-044A-0F4A-3C889B39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315A-EE08-C340-AD93-03549FF151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162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9BDCD36-4BF7-2EE5-C545-A2F895A24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703E-943F-5F40-A64F-06E9C7BCDD0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DDDC313-0C95-4176-67A3-35F41173D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010507-DBA7-1A53-8C98-FEE86B416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315A-EE08-C340-AD93-03549FF151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2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9C3A11-83F7-55F8-3A6D-DF7C57DFA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3A0739-CD56-BBD5-84FC-1E9FB629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4DA74E-E327-BFE7-A54D-EC8604E61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8CD259-1A89-D48A-B8A2-251BCD87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703E-943F-5F40-A64F-06E9C7BCDD0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A97391-03A3-3FDC-BA51-574443A50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6AF944-2492-1559-D076-0F968FCF5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315A-EE08-C340-AD93-03549FF151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303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06E7BF-B2F4-7866-4826-EAE05EF43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C971E28-720A-B89D-F964-816D2FF4FA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6A52D8-591E-3012-A950-D4E488B04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5FB2E7-D975-45FF-CB7B-6D40A0EC9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703E-943F-5F40-A64F-06E9C7BCDD0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DD9DBD-E969-1665-00A5-A5ADBA6CC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872599-6C89-640E-8B6A-E4FD0DEE5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315A-EE08-C340-AD93-03549FF151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753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D11798-1E64-379A-2D93-15D7F7CD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E2339E-307C-EE52-49F3-F21DDD909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6CD2CB-D810-D983-FD81-B9D1140D3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703E-943F-5F40-A64F-06E9C7BCDD0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931965-B215-21A9-7DBE-27EBFDBA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73C676-6E01-8F39-D5D3-8C05A6949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315A-EE08-C340-AD93-03549FF151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858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2FFDFE9-3D77-CEAF-7553-67D9EF09FD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7B49B70-407D-06B1-6ECE-DC832246B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6634CF-14C5-FB57-8791-44AB67702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703E-943F-5F40-A64F-06E9C7BCDD0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25F3E5-7D6A-42C3-0BC5-B30598182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8B7780-E9E7-20E5-0393-419C7F5FC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315A-EE08-C340-AD93-03549FF151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8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A81C8-DF7D-F60F-99C6-8957FE024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66B7DA-41E3-943B-83D0-87FB7B66A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EA9D20-5FBB-20E5-3EE9-09E6552260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6703E-943F-5F40-A64F-06E9C7BCDD0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E08B9E-195C-56E8-1B04-45FE6D961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77F0B5-4632-CFC6-616F-3950CED4A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B315A-EE08-C340-AD93-03549FF151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47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C1B49-B05A-01FF-7198-6E6BB75B57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Программирование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0F1C2C-2909-AB23-AD8B-6048F4083A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15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13532-4FC7-444D-831B-39E3D3098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Пользователь вводит длину стороны квадрата. Вывести на экран площадь квадрата.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560FA8-4D1A-2435-37F2-319C1E949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851037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593"/>
            <a:ext cx="10515600" cy="1596095"/>
          </a:xfrm>
        </p:spPr>
        <p:txBody>
          <a:bodyPr>
            <a:normAutofit fontScale="90000"/>
          </a:bodyPr>
          <a:lstStyle/>
          <a:p>
            <a:r>
              <a:rPr lang="ru-RU" dirty="0"/>
              <a:t>Пользователь вводит длины сторон прямоугольника. Вывести на экран площадь прямоугольника.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1891630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Пользователь вводит два числа. Вывести на экран их среднее арифметическое.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4028460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Пользователь вводит два числа. Вывести на экран их среднее геометрическое.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1806982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 fontScale="90000"/>
          </a:bodyPr>
          <a:lstStyle/>
          <a:p>
            <a:r>
              <a:rPr lang="ru-RU" dirty="0"/>
              <a:t>Пользователь вводит длины катетов прямоугольного треугольника. Вывести на экран его гипотенузу и площадь.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2402258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Пользователь вводит число </a:t>
            </a:r>
            <a:r>
              <a:rPr lang="en-US" dirty="0"/>
              <a:t>N. </a:t>
            </a:r>
            <a:r>
              <a:rPr lang="ru-RU" dirty="0"/>
              <a:t>Вывести на экран через запятую (</a:t>
            </a:r>
            <a:r>
              <a:rPr lang="en-US" dirty="0"/>
              <a:t>N-1</a:t>
            </a:r>
            <a:r>
              <a:rPr lang="ru-RU" dirty="0"/>
              <a:t>)</a:t>
            </a:r>
            <a:r>
              <a:rPr lang="en-US" baseline="30000" dirty="0"/>
              <a:t>2</a:t>
            </a:r>
            <a:r>
              <a:rPr lang="en-US" dirty="0"/>
              <a:t>, N</a:t>
            </a:r>
            <a:r>
              <a:rPr lang="en-US" baseline="30000" dirty="0"/>
              <a:t>2</a:t>
            </a:r>
            <a:r>
              <a:rPr lang="en-US" dirty="0"/>
              <a:t>, (N+1)</a:t>
            </a:r>
            <a:r>
              <a:rPr lang="en-US" baseline="30000" dirty="0"/>
              <a:t>2</a:t>
            </a:r>
            <a:endParaRPr lang="ru-RU" baseline="30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1331573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Пользователь вводит год. Вывести на экран ответ, является ли год високосным.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976860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 fontScale="90000"/>
          </a:bodyPr>
          <a:lstStyle/>
          <a:p>
            <a:r>
              <a:rPr lang="ru-RU" dirty="0"/>
              <a:t>Пользователь вводит целое число. Программа должна ответить, четным или нечетным является это число.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2729904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 fontScale="90000"/>
          </a:bodyPr>
          <a:lstStyle/>
          <a:p>
            <a:r>
              <a:rPr lang="ru-RU" dirty="0"/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2330242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Распечатать первые 16 степеней числа 2.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3129932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Пользователь вводит 10 целых чисел. Подсчитать, сколько среди них четных чисел.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1406540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73"/>
            <a:ext cx="10515600" cy="1617116"/>
          </a:xfrm>
        </p:spPr>
        <p:txBody>
          <a:bodyPr>
            <a:normAutofit fontScale="90000"/>
          </a:bodyPr>
          <a:lstStyle/>
          <a:p>
            <a:r>
              <a:rPr lang="ru-RU" dirty="0"/>
              <a:t>Пользователь вводит 10 целых чисел. Подсчитать, сколько среди них положительных, сколько отрицательных и сколько нулей.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617074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Пользователь вводит 10 целых чисел. Найти разницу между наибольшим и наименьшим.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3076606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 fontScale="90000"/>
          </a:bodyPr>
          <a:lstStyle/>
          <a:p>
            <a:r>
              <a:rPr lang="ru-RU" dirty="0"/>
              <a:t>Пользователь вводит массив А из 10 целых чисел. Подсчитать количество чисел, равных максимальному элементу массива.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3343268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83" y="365125"/>
            <a:ext cx="12002814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690" y="2246038"/>
            <a:ext cx="10515600" cy="4351338"/>
          </a:xfrm>
        </p:spPr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1621439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Подсчитать количество арабских цифр в тексте, введенном пользователем с клавиатуры.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1954012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Убрать из строки, введенной пользователем все пробелы, и распечатать ее.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4104903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Распечатать первое слово из строки, введенной пользователем с клавиатуры.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1106206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Пользователь вводит с клавиатуры текст. Записать его в файл.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1191085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88D0D-5CC5-9436-6463-BA093C22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ru-RU" sz="2000" dirty="0"/>
              <a:t>Написать программу для следующей игры человека с компьютером. Человек загадывает некоторое число из диапазона </a:t>
            </a:r>
            <a:r>
              <a:rPr lang="en-US" sz="2000" dirty="0"/>
              <a:t>[N,M]</a:t>
            </a:r>
            <a:r>
              <a:rPr lang="ru-RU" sz="2000" dirty="0"/>
              <a:t>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6AB75A-06F1-9B74-54CB-7C93D30E6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275" y="1690688"/>
            <a:ext cx="10515600" cy="4351338"/>
          </a:xfrm>
        </p:spPr>
        <p:txBody>
          <a:bodyPr/>
          <a:lstStyle/>
          <a:p>
            <a:r>
              <a:rPr lang="ru-RU" dirty="0"/>
              <a:t>Ваш код</a:t>
            </a:r>
          </a:p>
        </p:txBody>
      </p:sp>
    </p:spTree>
    <p:extLst>
      <p:ext uri="{BB962C8B-B14F-4D97-AF65-F5344CB8AC3E}">
        <p14:creationId xmlns:p14="http://schemas.microsoft.com/office/powerpoint/2010/main" val="11186636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373</Words>
  <Application>Microsoft Macintosh PowerPoint</Application>
  <PresentationFormat>Широкоэкранный</PresentationFormat>
  <Paragraphs>41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Тема Office</vt:lpstr>
      <vt:lpstr>Программирование</vt:lpstr>
      <vt:lpstr>Пользователь вводит длину стороны квадрата. Вывести на экран площадь квадрата.</vt:lpstr>
      <vt:lpstr>Пользователь вводит длины сторон прямоугольника. Вывести на экран площадь прямоугольника.</vt:lpstr>
      <vt:lpstr>Пользователь вводит два числа. Вывести на экран их среднее арифметическое.</vt:lpstr>
      <vt:lpstr>Пользователь вводит два числа. Вывести на экран их среднее геометрическое.</vt:lpstr>
      <vt:lpstr>Пользователь вводит длины катетов прямоугольного треугольника. Вывести на экран его гипотенузу и площадь.</vt:lpstr>
      <vt:lpstr>Пользователь вводит число N. Вывести на экран через запятую (N-1)2, N2, (N+1)2</vt:lpstr>
      <vt:lpstr>Пользователь вводит год. Вывести на экран ответ, является ли год високосным.</vt:lpstr>
      <vt:lpstr>Пользователь вводит целое число. Программа должна ответить, четным или нечетным является это число.</vt:lpstr>
      <vt:lpstr>Пользователь вводит два числа. Если первое число меньше второго, то вычислить их сумму, иначе – разность первого и второго.</vt:lpstr>
      <vt:lpstr>Распечатать первые 16 степеней числа 2.</vt:lpstr>
      <vt:lpstr>Пользователь вводит 10 целых чисел. Подсчитать, сколько среди них четных чисел.</vt:lpstr>
      <vt:lpstr>Пользователь вводит 10 целых чисел. Подсчитать, сколько среди них положительных, сколько отрицательных и сколько нулей.</vt:lpstr>
      <vt:lpstr>Пользователь вводит 10 целых чисел. Найти разницу между наибольшим и наименьшим.</vt:lpstr>
      <vt:lpstr>Пользователь вводит массив А из 10 целых чисел. Подсчитать количество чисел, равных максимальному элементу массива.</vt:lpstr>
      <vt:lpstr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vt:lpstr>
      <vt:lpstr>Подсчитать количество арабских цифр в тексте, введенном пользователем с клавиатуры.</vt:lpstr>
      <vt:lpstr>Убрать из строки, введенной пользователем все пробелы, и распечатать ее.</vt:lpstr>
      <vt:lpstr>Распечатать первое слово из строки, введенной пользователем с клавиатуры.</vt:lpstr>
      <vt:lpstr>Пользователь вводит с клавиатуры текст. Записать его в файл.</vt:lpstr>
      <vt:lpstr>Написать программу для следующей игры человека с компьютером. Человек загадывает некоторое число из диапазона [N,M], а компьютер должен отгадать это число за минимальное количество вопросов типа »да-нет» (Ваше число больше 25? Ваше число меньше 70? И т.д.)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</dc:title>
  <dc:creator>Елена Демидова</dc:creator>
  <cp:lastModifiedBy>Елена Демидова</cp:lastModifiedBy>
  <cp:revision>12</cp:revision>
  <dcterms:created xsi:type="dcterms:W3CDTF">2026-05-15T20:11:14Z</dcterms:created>
  <dcterms:modified xsi:type="dcterms:W3CDTF">2026-05-15T20:42:42Z</dcterms:modified>
</cp:coreProperties>
</file>